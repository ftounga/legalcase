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46304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LegalCase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2697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au service de vos dossiers juridiques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0" y="3474720"/>
            <a:ext cx="3657600" cy="45720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ai-legalcase@ng-itconsulting.com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temps perdu à lire des documents, c'est du temps perdu pour vos clients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1417320"/>
            <a:ext cx="2651760" cy="2743200"/>
          </a:xfrm>
          <a:prstGeom prst="rect">
            <a:avLst/>
          </a:prstGeom>
          <a:solidFill>
            <a:srgbClr val="F5F6FA"/>
          </a:solidFill>
          <a:ln w="12700">
            <a:solidFill>
              <a:srgbClr val="E0E4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417320"/>
            <a:ext cx="2651760" cy="64008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1645920"/>
            <a:ext cx="640080" cy="640080"/>
          </a:xfrm>
          <a:prstGeom prst="ellipse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618488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centaines de pages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1546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analyser pour chaque dossier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1417320"/>
            <a:ext cx="2651760" cy="2743200"/>
          </a:xfrm>
          <a:prstGeom prst="rect">
            <a:avLst/>
          </a:prstGeom>
          <a:solidFill>
            <a:srgbClr val="F5F6FA"/>
          </a:solidFill>
          <a:ln w="12700">
            <a:solidFill>
              <a:srgbClr val="E0E4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1417320"/>
            <a:ext cx="2651760" cy="64008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06240" y="1645920"/>
            <a:ext cx="640080" cy="640080"/>
          </a:xfrm>
          <a:prstGeom prst="ellipse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1618488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◷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91840" y="24688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heures de lecture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91840" y="31546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de pouvoir conseiller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35040" y="1417320"/>
            <a:ext cx="2651760" cy="2743200"/>
          </a:xfrm>
          <a:prstGeom prst="rect">
            <a:avLst/>
          </a:prstGeom>
          <a:solidFill>
            <a:srgbClr val="F5F6FA"/>
          </a:solidFill>
          <a:ln w="12700">
            <a:solidFill>
              <a:srgbClr val="E0E4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1417320"/>
            <a:ext cx="2651760" cy="64008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0" y="1645920"/>
            <a:ext cx="640080" cy="640080"/>
          </a:xfrm>
          <a:prstGeom prst="ellipse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1618488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126480" y="24688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risque d'erreur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126480" y="31546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 la pression, rien ne doit être oublié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LegalCase analyse vos dossiers en quelques minutes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Déposez vos documents. L'IA lit, comprend et synthétise.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64208"/>
            <a:ext cx="384048" cy="384048"/>
          </a:xfrm>
          <a:prstGeom prst="ellipse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66420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automatique de contrats, courriers, jugements, attestations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441448"/>
            <a:ext cx="384048" cy="384048"/>
          </a:xfrm>
          <a:prstGeom prst="ellipse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42316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44144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structurée : faits clés, risques, timeline, points de droit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218688"/>
            <a:ext cx="384048" cy="384048"/>
          </a:xfrm>
          <a:prstGeom prst="ellipse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20040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321868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disponibles en quelques minutes, pas en heures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995928"/>
            <a:ext cx="384048" cy="384048"/>
          </a:xfrm>
          <a:prstGeom prst="ellipse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97764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399592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expertise reste au cœur — l'IA vous assiste, elle ne vous remplace pas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étapes. Quelques minutes.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097280"/>
            <a:ext cx="23774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2801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94360" y="2286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DÉPOSEZ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Créez un dossier et glissez vos PDFs (contrat, courriers, jugements, attestations)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71800" y="23774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83280" y="1097280"/>
            <a:ext cx="23774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2801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3474720" y="2286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ANALYSEZ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520440" y="288036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Cliquez sur Analyser. L'IA traite l'intégralité des documents en temps réel.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852160" y="23774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263640" y="1097280"/>
            <a:ext cx="23774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2801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6355080" y="2286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CONSULTEZ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00800" y="288036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Accédez à la synthèse complète : timeline, faits clés, risques, points juridiques.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synthèse complète, structurée, actionnable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548640" cy="548640"/>
          </a:xfrm>
          <a:prstGeom prst="ellipse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051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Faits clés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566160" y="105156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éléments déterminants du dossier identifiés automatiquement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8229600" cy="0"/>
          </a:xfrm>
          <a:prstGeom prst="line">
            <a:avLst/>
          </a:prstGeom>
          <a:noFill/>
          <a:ln w="9525">
            <a:solidFill>
              <a:srgbClr val="E5E9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19656"/>
            <a:ext cx="548640" cy="548640"/>
          </a:xfrm>
          <a:prstGeom prst="ellipse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01368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184708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 juridiques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66160" y="184708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Classés par niveau (élevé / modéré) avec référence légale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459736"/>
            <a:ext cx="8229600" cy="0"/>
          </a:xfrm>
          <a:prstGeom prst="line">
            <a:avLst/>
          </a:prstGeom>
          <a:noFill/>
          <a:ln w="9525">
            <a:solidFill>
              <a:srgbClr val="E5E9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615184"/>
            <a:ext cx="548640" cy="548640"/>
          </a:xfrm>
          <a:prstGeom prst="ellipse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96896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◷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264261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66160" y="2642616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Chronologie complète des événements du dossier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255264"/>
            <a:ext cx="8229600" cy="0"/>
          </a:xfrm>
          <a:prstGeom prst="line">
            <a:avLst/>
          </a:prstGeom>
          <a:noFill/>
          <a:ln w="9525">
            <a:solidFill>
              <a:srgbClr val="E5E9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10712"/>
            <a:ext cx="548640" cy="548640"/>
          </a:xfrm>
          <a:prstGeom prst="ellipse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392424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88720" y="343814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de droit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566160" y="3438144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 de loi et jurisprudences applicables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050792"/>
            <a:ext cx="8229600" cy="0"/>
          </a:xfrm>
          <a:prstGeom prst="line">
            <a:avLst/>
          </a:prstGeom>
          <a:noFill/>
          <a:ln w="9525">
            <a:solidFill>
              <a:srgbClr val="E5E9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206240"/>
            <a:ext cx="548640" cy="548640"/>
          </a:xfrm>
          <a:prstGeom prst="ellipse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187952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88720" y="423367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IA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566160" y="4233672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peut poser des questions ciblées pour enrichir l'analyse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Conçu pour les domaines qui brassent le plus de documents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25146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2514600" cy="10972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 DU TRAVAIL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Licenciement, rupture conventionnelle, harcèlement, discrimination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0" y="1188720"/>
            <a:ext cx="25146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0" y="1188720"/>
            <a:ext cx="2514600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14630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 DE L'IMMIGRATION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11880" y="228600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 de séjour, regroupement familial, contentieux préfectoral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46520" y="1188720"/>
            <a:ext cx="25146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0" y="1188720"/>
            <a:ext cx="2514600" cy="10972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4630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 DE LA FAMILLE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83680" y="228600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Divorce, garde d'enfants, succession, pension alimentaire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— Dossier Dupont c/ Nexia SAS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Licenciement sans cause réelle et sérieuse — 4 documents — 285 Ko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132320" y="228600"/>
            <a:ext cx="1737360" cy="457200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228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DISPONIBLE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99616"/>
            <a:ext cx="347472" cy="347472"/>
          </a:xfrm>
          <a:prstGeom prst="ellipse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49961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faits clés identifiés (dont absence de motif réel)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459736"/>
            <a:ext cx="347472" cy="347472"/>
          </a:xfrm>
          <a:prstGeom prst="ellipse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23160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45973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risques détectés (1 élevé : L1232-1 non respecté)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419856"/>
            <a:ext cx="347472" cy="347472"/>
          </a:xfrm>
          <a:prstGeom prst="ellipse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383280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341985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événements dans la timeline (jan. — mars 2026)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1499616"/>
            <a:ext cx="347472" cy="347472"/>
          </a:xfrm>
          <a:prstGeom prst="ellipse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463040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20640" y="149961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points juridiques (L1232-1, L1237-19, Cass. Soc.)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2459736"/>
            <a:ext cx="347472" cy="347472"/>
          </a:xfrm>
          <a:prstGeom prst="ellipse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2423160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20640" y="245973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d'analyse : 3 minutes 42 secondes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63440" y="3419856"/>
            <a:ext cx="347472" cy="347472"/>
          </a:xfrm>
          <a:prstGeom prst="ellipse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3383280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20640" y="341985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prête à partager avec le client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ce dont votre cabinet a besoin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143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full-text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Trouvez n'importe quelle info dans toutes vos synthèses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96012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46120" y="1143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337560" y="16916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PDF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37560" y="2103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Partagez la synthèse en un clic avec votre client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96012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1143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217920" y="16916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de partage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17920" y="2103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lecture seule sécurisé, sans création de compte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06324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2461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◷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7200" y="37947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Délais légaux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2062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des échéances avec alertes J-15 et J-7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46120" y="306324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32461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337560" y="37947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internes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37560" y="42062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Annotations privées sur chaque dossier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26480" y="3063240"/>
            <a:ext cx="2651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32461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217920" y="37947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Multi-utilisateurs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17920" y="42062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Invitez vos collaborateurs dans votre workspace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tarifs adaptés à la taille de votre cabinet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2651760" cy="3474720"/>
          </a:xfrm>
          <a:prstGeom prst="rect">
            <a:avLst/>
          </a:prstGeom>
          <a:solidFill>
            <a:srgbClr val="F5F6FA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43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TRIAL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jours gratuits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Toutes les fonctionnalités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Aucune carte requise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777240"/>
            <a:ext cx="2651760" cy="3749040"/>
          </a:xfrm>
          <a:prstGeom prst="rect">
            <a:avLst/>
          </a:prstGeom>
          <a:solidFill>
            <a:srgbClr val="FFFFFF"/>
          </a:solidFill>
          <a:ln w="25400">
            <a:solidFill>
              <a:srgbClr val="C997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960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520440" y="1527048"/>
            <a:ext cx="2103120" cy="0"/>
          </a:xfrm>
          <a:prstGeom prst="line">
            <a:avLst/>
          </a:prstGeom>
          <a:noFill/>
          <a:ln w="9525">
            <a:solidFill>
              <a:srgbClr val="E5E9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1691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 utilisateur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20440" y="2240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Analyses illimitées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20440" y="2788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Export PDF + Partage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20440" y="3337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Support email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0" y="960120"/>
            <a:ext cx="2651760" cy="34747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143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0" y="1709928"/>
            <a:ext cx="2103120" cy="0"/>
          </a:xfrm>
          <a:prstGeom prst="line">
            <a:avLst/>
          </a:prstGeom>
          <a:noFill/>
          <a:ln w="9525">
            <a:solidFill>
              <a:srgbClr val="2E55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1874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Jusqu'à 10 utilisateurs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2423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Toutes fonctionnalités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2971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Délais + Alertes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3520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Support prioritaire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Tarifs détaillés sur legalcase.ng-itconsulting.com — Essai gratuit 14 jours sans engagement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des cabinets choisissent AI LegalCase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3977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moyen d'analyse d'un dossier complet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17720" y="960120"/>
            <a:ext cx="3977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17720" y="109728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800600" y="201168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hébergées en France (AWS Paris)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108960"/>
            <a:ext cx="3977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24612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RGPD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548640" y="416052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Conforme. Isolation stricte par cabinet.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17720" y="3108960"/>
            <a:ext cx="3977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324612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4800600" y="416052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Remplacement — L'IA assiste, vous décidez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Essayez gratuitement — 14 jours, sans engagement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5544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Créez votre workspace en 30 secondes et analysez votre premier dossier aujourd'hui.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0" y="2331720"/>
            <a:ext cx="3657600" cy="640080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0" y="23317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Démarrer l'essai gratuit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31546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legalcase.ng-itconsulting.com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0" y="3703320"/>
            <a:ext cx="3657600" cy="36576"/>
          </a:xfrm>
          <a:prstGeom prst="rect">
            <a:avLst/>
          </a:prstGeom>
          <a:solidFill>
            <a:srgbClr val="C9973A"/>
          </a:solidFill>
          <a:ln w="12700">
            <a:solidFill>
              <a:srgbClr val="C997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931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ai-legalcase@ng-itconsulting.com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LegalCase — Pitch Deck</dc:title>
  <dc:subject>PptxGenJS Presentation</dc:subject>
  <dc:creator>AI LegalCase</dc:creator>
  <cp:lastModifiedBy>AI LegalCase</cp:lastModifiedBy>
  <cp:revision>1</cp:revision>
  <dcterms:created xsi:type="dcterms:W3CDTF">2026-03-29T21:30:04Z</dcterms:created>
  <dcterms:modified xsi:type="dcterms:W3CDTF">2026-03-29T21:30:04Z</dcterms:modified>
</cp:coreProperties>
</file>